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91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SCHOOL OF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459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MeitY Startup Hub  |  UNDP  |  CSI  |  Anritsu  |  runway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©UPES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BUILD4भारत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HACKATHON 9.0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D4BC"/>
                </a:solidFill>
              </a:rPr>
              <a:t>Hack for Humanity  ·  Build for 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Technical Partner:  D❖LL Technologies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822960"/>
            <a:ext cx="27432" cy="530352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1005840"/>
            <a:ext cx="521208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005840"/>
            <a:ext cx="54864" cy="493776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1887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3D22"/>
                </a:solidFill>
              </a:rPr>
              <a:t>KISHTA CODERS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7830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Team Name:  Kishta Coders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1488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11111"/>
                </a:solidFill>
              </a:rPr>
              <a:t>Team Leader:  ________________________________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2578608"/>
            <a:ext cx="4846320" cy="18288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6974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C45"/>
                </a:solidFill>
              </a:rPr>
              <a:t>PROBLEM STATEMENT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3D22"/>
                </a:solidFill>
              </a:rPr>
              <a:t>Real-time Smart Governance for PMDDKY
Live Monitoring &amp; AI-powered Analytics
Dashboard for Uttarakhand's 13 Districts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4251960"/>
            <a:ext cx="1508760" cy="77724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297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3D22"/>
                </a:solidFill>
              </a:rPr>
              <a:t>5.8L+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09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</a:rPr>
              <a:t>Farmers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77072" y="4251960"/>
            <a:ext cx="1508760" cy="77724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8512" y="4297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3D22"/>
                </a:solidFill>
              </a:rPr>
              <a:t>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4709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</a:rPr>
              <a:t>Districts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04704" y="4251960"/>
            <a:ext cx="1508760" cy="77724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6144" y="4297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3D22"/>
                </a:solidFill>
              </a:rPr>
              <a:t>₹847Cr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96144" y="4709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</a:rPr>
              <a:t>Target Funds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629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BUILD4भारत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280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D❖LL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011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MeitY  |  UNDP  |  CSI  |  Anritsu  |  runway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D22"/>
                </a:solidFill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143000"/>
            <a:ext cx="3108960" cy="1417320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887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7A"/>
                </a:solidFill>
              </a:rPr>
              <a:t>5.8 LAKH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288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Farmers eligible in
Uttarakhand under PMDDKY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697480"/>
            <a:ext cx="3108960" cy="9144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743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13 Backward Districts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0906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DDBB"/>
                </a:solidFill>
              </a:rPr>
              <a:t>Zero unified visibility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749039"/>
            <a:ext cx="3108960" cy="82296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794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MONTHS of delay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133087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CCCC"/>
                </a:solidFill>
              </a:rPr>
              <a:t>in fund disbursement</a:t>
            </a:r>
          </a:p>
        </p:txBody>
      </p:sp>
      <p:pic>
        <p:nvPicPr>
          <p:cNvPr id="17" name="Picture 16" descr="problem_infographic_17740240293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05840"/>
            <a:ext cx="8503920" cy="3840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2880" y="4754880"/>
            <a:ext cx="1179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District officials rely on paper registers &amp; siloed Excel files — no central platform, no real-time visibility, no anomaly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29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BUILD4भारत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280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D❖LL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011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MeitY  |  UNDP  |  CSI  |  Anritsu  |  runway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D22"/>
                </a:solidFill>
              </a:rPr>
              <a:t>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143000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" y="1143000"/>
            <a:ext cx="54864" cy="109728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216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D22"/>
                </a:solidFill>
              </a:rPr>
              <a:t>📡  Real-Time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600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Live KPI cards — beneficiaries, funds, district progress, % 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2350008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" y="2350008"/>
            <a:ext cx="54864" cy="109728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423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D22"/>
                </a:solidFill>
              </a:rPr>
              <a:t>🗺️  GIS District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80720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Choropleth map of Uttarakhand's 13 districts — click to drill 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3557016"/>
            <a:ext cx="3657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" y="3557016"/>
            <a:ext cx="54864" cy="109728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36301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D22"/>
                </a:solidFill>
              </a:rPr>
              <a:t>🤖  AI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401421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Anomaly detection, trend forecasting, district performance ranking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4764024"/>
            <a:ext cx="18288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" y="4764024"/>
            <a:ext cx="54864" cy="100584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4837176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D22"/>
                </a:solidFill>
              </a:rPr>
              <a:t>📋 Beneficiary
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" y="5358384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</a:rPr>
              <a:t>Aadhaar-verified records, status badges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84832" y="4764024"/>
            <a:ext cx="18288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4832" y="4764024"/>
            <a:ext cx="54864" cy="100584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12848" y="4837176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D22"/>
                </a:solidFill>
              </a:rPr>
              <a:t>⚡ Socket.IO
Real-Time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5358384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</a:rPr>
              <a:t>Live push — no page reload needed</a:t>
            </a:r>
          </a:p>
        </p:txBody>
      </p:sp>
      <p:pic>
        <p:nvPicPr>
          <p:cNvPr id="28" name="Picture 27" descr="dashboard_wireframe_17740239853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777240"/>
            <a:ext cx="8001000" cy="507492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023360" y="5852160"/>
            <a:ext cx="8001000" cy="237744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5879592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7A"/>
                </a:solidFill>
              </a:rPr>
              <a:t>▶  Dashboard Wireframe — PMDDKY Smart Governance Platform (React 18 + Leaflet + Socket.IO)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629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BUILD4भारत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280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D❖LL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011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MeitY  |  UNDP  |  CSI  |  Anritsu  |  runway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D22"/>
                </a:solidFill>
              </a:rPr>
              <a:t>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1097280"/>
            <a:ext cx="2331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" y="1097280"/>
            <a:ext cx="45720" cy="77724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17043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100% Open Source
Zero licensing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993392"/>
            <a:ext cx="2331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" y="1993392"/>
            <a:ext cx="45720" cy="77724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66544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Deployable on ₹500/mo VPS
or govt NIC servers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2889504"/>
            <a:ext cx="2331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" y="2889504"/>
            <a:ext cx="45720" cy="77724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2962656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Handles concurrent
district-level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" y="3785616"/>
            <a:ext cx="23317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" y="3785616"/>
            <a:ext cx="45720" cy="77724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3858768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Real-time via
Socket.IO</a:t>
            </a:r>
          </a:p>
        </p:txBody>
      </p:sp>
      <p:pic>
        <p:nvPicPr>
          <p:cNvPr id="20" name="Picture 19" descr="tech_stack_diagram_17740240668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777240"/>
            <a:ext cx="9372600" cy="5120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15600" y="6629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BUILD4भारत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280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D❖LL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011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MeitY  |  UNDP  |  CSI  |  Anritsu  |  runway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D22"/>
                </a:solidFill>
              </a:rPr>
              <a:t>METHODOLOGY &amp; SYSTEM ARCHITECTURE</a:t>
            </a:r>
          </a:p>
        </p:txBody>
      </p:sp>
      <p:pic>
        <p:nvPicPr>
          <p:cNvPr id="8" name="Picture 7" descr="system_architecture_17740239995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24128"/>
            <a:ext cx="7315200" cy="4114800"/>
          </a:xfrm>
          <a:prstGeom prst="rect">
            <a:avLst/>
          </a:prstGeom>
        </p:spPr>
      </p:pic>
      <p:pic>
        <p:nvPicPr>
          <p:cNvPr id="9" name="Picture 8" descr="data_flow_diagram_17740240137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024128"/>
            <a:ext cx="4480560" cy="1920240"/>
          </a:xfrm>
          <a:prstGeom prst="rect">
            <a:avLst/>
          </a:prstGeom>
        </p:spPr>
      </p:pic>
      <p:pic>
        <p:nvPicPr>
          <p:cNvPr id="10" name="Picture 9" descr="beneficiary_table_wireframe_17740241141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063240"/>
            <a:ext cx="4480560" cy="21031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7160" y="5230368"/>
            <a:ext cx="11887200" cy="274320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525780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C97A"/>
                </a:solidFill>
              </a:rPr>
              <a:t>3-tier architecture: Field Input → Node.js + Socket.IO Backend → React Frontend  |  AI Engine: Anomaly Detection + Forecasting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29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BUILD4भारत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280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D❖LL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011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MeitY  |  UNDP  |  CSI  |  Anritsu  |  runway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D22"/>
                </a:solidFill>
              </a:rPr>
              <a:t>IMPACT — TECH FOR COMMUNITY</a:t>
            </a:r>
          </a:p>
        </p:txBody>
      </p:sp>
      <p:pic>
        <p:nvPicPr>
          <p:cNvPr id="8" name="Picture 7" descr="impact_infographic_1774024052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24128"/>
            <a:ext cx="758952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63840" y="1097280"/>
            <a:ext cx="4160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1097280"/>
            <a:ext cx="45720" cy="96012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82712" y="11612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D22"/>
                </a:solidFill>
              </a:rPr>
              <a:t>👨‍🌾  5.8L+ Farmers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2" y="153619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Faster verified fund access — months →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176272"/>
            <a:ext cx="4160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176272"/>
            <a:ext cx="45720" cy="96012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22402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D22"/>
                </a:solidFill>
              </a:rPr>
              <a:t>🏛️  13 District Admins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261518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Single dashboard replaces manual 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255264"/>
            <a:ext cx="4160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3255264"/>
            <a:ext cx="45720" cy="96012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2712" y="33192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D22"/>
                </a:solidFill>
              </a:rPr>
              <a:t>📈  State Policymakers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369417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Compare all districts, reallocate proactively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334256"/>
            <a:ext cx="4160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4334256"/>
            <a:ext cx="45720" cy="96012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2" y="439826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D22"/>
                </a:solidFill>
              </a:rPr>
              <a:t>🌱  Agriculture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2" y="47731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Better seeds &amp; irrigation from timely fund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629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BUILD4भारत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280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D❖LL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011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MeitY  |  UNDP  |  CSI  |  Anritsu  |  runway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D22"/>
                </a:solidFill>
              </a:rPr>
              <a:t>FEASIBILITY &amp; INNOVATION</a:t>
            </a:r>
          </a:p>
        </p:txBody>
      </p:sp>
      <p:pic>
        <p:nvPicPr>
          <p:cNvPr id="8" name="Picture 7" descr="feasibility_comparison_17740241319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05840"/>
            <a:ext cx="7040880" cy="4937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60920" y="1051560"/>
            <a:ext cx="466344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1051560"/>
            <a:ext cx="45720" cy="111556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111556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D22"/>
                </a:solidFill>
              </a:rPr>
              <a:t>🗺️  First GIS-Mapped
PMDDKY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158191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Choropleth map of Uttarakhand — district-level beneficiary density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2276856"/>
            <a:ext cx="466344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2276856"/>
            <a:ext cx="45720" cy="111556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2" y="2340864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D22"/>
                </a:solidFill>
              </a:rPr>
              <a:t>🤖  AI Anomaly
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2807208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Flags unusual fund spikes or enrollment drops before they become crises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502152"/>
            <a:ext cx="466344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3502152"/>
            <a:ext cx="45720" cy="111556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3566160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D22"/>
                </a:solidFill>
              </a:rPr>
              <a:t>⚡  Zero-Reload
Real-Time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4032504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Socket.IO — field officers and HQ see the same data change simultaneously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4727448"/>
            <a:ext cx="466344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4727448"/>
            <a:ext cx="45720" cy="111556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9792" y="4791456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3D22"/>
                </a:solidFill>
              </a:rPr>
              <a:t>💰  ₹500/month
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5257800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100% open-source, runs on cheap VPS or government NIC servers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629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BUILD4भारत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280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D❖LL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0116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</a:rPr>
              <a:t>MeitY  |  UNDP  |  CSI  |  Anritsu  |  runway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3D22"/>
                </a:solidFill>
              </a:rPr>
              <a:t>FUTURE SCOPE &amp; ROADMAP</a:t>
            </a:r>
          </a:p>
        </p:txBody>
      </p:sp>
      <p:pic>
        <p:nvPicPr>
          <p:cNvPr id="8" name="Picture 7" descr="future_roadmap_1774024087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05840"/>
            <a:ext cx="8046720" cy="4983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94192" y="1097280"/>
            <a:ext cx="3630168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94192" y="1097280"/>
            <a:ext cx="45720" cy="109728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13064" y="11704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D22"/>
                </a:solidFill>
              </a:rPr>
              <a:t>📱  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1554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React Native offline-first for field officers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94192" y="2331720"/>
            <a:ext cx="3630168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94192" y="2331720"/>
            <a:ext cx="45720" cy="109728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3064" y="24048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D22"/>
                </a:solidFill>
              </a:rPr>
              <a:t>🔗  Aadhaar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2788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Real integration for instant beneficiary verification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94192" y="3566160"/>
            <a:ext cx="3630168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4192" y="3566160"/>
            <a:ext cx="45720" cy="109728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4" y="3639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D22"/>
                </a:solidFill>
              </a:rPr>
              <a:t>🔒  Blockchain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4023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Immutable audit trail for RTI compliance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192" y="4800600"/>
            <a:ext cx="3630168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94192" y="4800600"/>
            <a:ext cx="45720" cy="1097280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13064" y="48737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3D22"/>
                </a:solidFill>
              </a:rPr>
              <a:t>🌐  100 Districts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5257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</a:rPr>
              <a:t>National rollout to all PMDDKY districts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629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3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97A"/>
                </a:solidFill>
              </a:rPr>
              <a:t>KISHTA CODERS  |  BUILD4BHARAT HACKATHON 9.0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PMDDKY Smart Governance Platform — Hack for Humanity, Build for Community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754880"/>
            <a:ext cx="4873752" cy="36576"/>
          </a:xfrm>
          <a:prstGeom prst="rect">
            <a:avLst/>
          </a:prstGeom>
          <a:solidFill>
            <a:srgbClr val="1A7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Real-time Dashboard  ·  GIS Mapping  ·  AI Anomaly Detection  ·  Socket.IO  ·  100% Open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9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</a:rPr>
              <a:t>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